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52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Autoencoders, VAE &amp; LSTM AE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" y="2606040"/>
            <a:ext cx="8503920" cy="36576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20040" y="2697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E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Anomaly 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32918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 to reconstruction-error scoring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· Year 5 · Anomaly Detection Lecture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" cy="70408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502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training loop, anomaly scoring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502920" cy="70408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502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7282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 (VAE)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299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latent space, reparametrisation trick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59736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20040" y="2459736"/>
            <a:ext cx="502920" cy="7040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20040" y="2459736"/>
            <a:ext cx="502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5237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— The VAE Objective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+ KL divergence, β-VAE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55264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20040" y="3255264"/>
            <a:ext cx="502920" cy="7040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20040" y="3255264"/>
            <a:ext cx="502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3192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210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modelling, windowed reconstruction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50792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320040" y="4050792"/>
            <a:ext cx="502920" cy="704088"/>
          </a:xfrm>
          <a:prstGeom prst="rect">
            <a:avLst/>
          </a:prstGeom>
          <a:solidFill>
            <a:srgbClr val="4EEBD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20040" y="4050792"/>
            <a:ext cx="502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114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Practice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4165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Thresholding, multivariate TS, root-cause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" y="2651760"/>
            <a:ext cx="41148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Fundamentals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Training · Anomaly scoring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Autoencoder?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29844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29768" y="93268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44168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AE learns to compress data into a low-dimensional latent code z, then reconstruct the original input x̂ from z. Trained to minimise reconstruction error.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258568"/>
            <a:ext cx="4206240" cy="129844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2258568"/>
            <a:ext cx="420624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9768" y="2322576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for 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73405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normal data, the AE reconstructs normal samples well but struggles with anomalies — yielding high reconstruction error as the anomaly score.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648456"/>
            <a:ext cx="4206240" cy="129844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3648456"/>
            <a:ext cx="420624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29768" y="3712464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4123944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labels needed. Only normal samples are required at training time (semi-supervised setting).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4206240" cy="2286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54880" y="3200400"/>
            <a:ext cx="4206240" cy="164592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4206240" cy="502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4864608" y="32644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64608" y="3657600"/>
            <a:ext cx="3986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 </a:t>
            </a:r>
            <a:r>
              <a:rPr lang="en-US" sz="1100" dirty="0">
                <a:solidFill>
                  <a:srgbClr val="4E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f_enc(x)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 </a:t>
            </a: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= f_dec(z)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     </a:t>
            </a: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||x - x̂||²  (MSE)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Score:  </a:t>
            </a: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s(x) = ||x - f_dec(f_enc(x))||²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Anomaly Scoring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 Why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4864" cy="93268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forces generalisation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z has dim k &lt;&lt; d. The network must learn the principal structure of normal data, not memorise individual samples.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54864" cy="9326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data fits the manifold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76856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normal x maps to z and back with low error — it lies on the learned manifold.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16936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916936"/>
            <a:ext cx="54864" cy="93268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off-manifold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0098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x cannot be faithfully reconstructed from z because the AE has no representation for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941064"/>
            <a:ext cx="54864" cy="9326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bottleneck size 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2511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small: even normal data reconstructs poorly. Too large: anomalies also reconstruct well (over-capacity). Tune via validation set.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" y="2651760"/>
            <a:ext cx="41148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 (VAE)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latent space &amp; reparametrisation trick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AE to VAE — Why Probabilistic?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39776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29768" y="877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Plain 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in latent space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 is just a point — nearby z values may decode to completely different outputs.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in latent space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scores are unreliable — a normal point may accidentally land in an empty region.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uncertainty estimate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tell whether a high reconstruction error is due to anomaly or just a rare-but-normal sample.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60520" cy="39776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6052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73168" y="8778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3258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encoder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q(z|x) = N(mu_z, sigma_z^2) instead of a point.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regularisation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term pushes q(z|x) towards N(0,I), filling latent space uniformly.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Principled anomaly score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-ELBO(x) = reconstruction error + KL divergence gives a proper log-probability estimate.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Architecture &amp; Reparametrisation Trick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Reparametrisation trick:  </a:t>
            </a: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mu_z + sigma_z * epsilon,   epsilon ~ N(0,I)</a:t>
            </a:r>
            <a:r>
              <a:rPr lang="en-US" sz="11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— allows gradients to flow through the sampling operation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Latent Space — Anomaly Detection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" y="2651760"/>
            <a:ext cx="41148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— The VAE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Lower BOund · Reconstruction vs Regularisation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41732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 =  E_q(z|x)[ log p(x|z) ]  -  KL( q(z|x) || p(z)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ELBO  =  maximising a lower bound on log p(x)  (the log-likelihood of the data)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4160520" cy="251460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16052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Term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 log p(x|z)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807208"/>
            <a:ext cx="39410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decoder reconstructs x from a sampled z.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-MSE(x, x_hat) or -BCE(x, x_hat).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decoder to be faithful.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251460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416052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Regularisation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-KL( q(z|x) || p(z)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2807208"/>
            <a:ext cx="39410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the approximate posterior q(z|x) deviates from the prior p(z)=N(0,I).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Gaussian: -1/2 * sum(1 + log(sigma^2) - mu^2 - sigma^2)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posterior collapse and fills latent space.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 Training Dynamics &amp; Beta-VAE Trade-off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ELBO as an Anomaly Score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09728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502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s(x) = -ELBO(x)  =  ||x - x_hat||^2  +  KL( q(z|x) || N(0,I)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850392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850392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29768" y="2075688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 than plain AE?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487168"/>
            <a:ext cx="828446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score only measures reconstruction error. ELBO score also penalises points whose posterior q(z|x) is far from the prior — catching anomalies that happen to reconstruct well by chance.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850392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850392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29768" y="3063240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estimation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3474720"/>
            <a:ext cx="828446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K samples z_k ~ q(z|x), compute E[||x - f_dec(z_k)||^2]. Use K=10-50 for a stable estimate. Higher K = lower variance but more compute.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986784"/>
            <a:ext cx="850392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20040" y="3986784"/>
            <a:ext cx="850392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29768" y="4050792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importance weighting (IWAE)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4462272"/>
            <a:ext cx="828446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importance-weighted ELBO for tighter bound: log(1/K * sum_k p(x|z_k)*p(z_k) / q(z_k|x)). Gives a better anomaly score at inference time.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" y="2651760"/>
            <a:ext cx="41148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modelling of sequential data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LSTM for Time Series Anomaly Detection?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29768" y="88696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dependencies matter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29844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time series, x_t is correlated with x_{t-1}, x_{t-2}, ... A dense AE treats each timestep independently and misses these patterns.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18888" y="88696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gates control 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29844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discards irrelevant past. Input gate controls new information. Output gate controls what influences the hidden state. Together they capture long-range temporal patterns.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16052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416052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29768" y="294436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 reconstruction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335584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window [x_1,...,x_W] into a single context vector z, then decode back to [x_hat_1,...,x_hat_W]. Anomaly score = mean MSE over the window.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60520" cy="502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818888" y="294436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AE vs LSTM AE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335584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AE: ignores ordering, fast, great for tabular snapshots. LSTM AE: models ordering, slower, better for sequences, temporal patterns, sensor streams.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 — How It Works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943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822960"/>
            <a:ext cx="237744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6492240" y="822960"/>
            <a:ext cx="237744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601968" y="886968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01968" y="1170432"/>
            <a:ext cx="2157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f_t = sigmoid(W_f [h_{t-1}, x_t] + b_f)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92240" y="1810512"/>
            <a:ext cx="237744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6492240" y="1810512"/>
            <a:ext cx="237744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601968" y="1874520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01968" y="2157984"/>
            <a:ext cx="2157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i_t = sigmoid(W_i [h_{t-1}, x_t] + b_i)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2798064"/>
            <a:ext cx="237744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6492240" y="2798064"/>
            <a:ext cx="237744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601968" y="2862072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update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01968" y="3145536"/>
            <a:ext cx="2157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 = f_t * C_{t-1} + i_t * tanh(...)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92240" y="3785616"/>
            <a:ext cx="2377440" cy="896112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492240" y="3785616"/>
            <a:ext cx="2377440" cy="502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601968" y="3849624"/>
            <a:ext cx="2157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01968" y="4133088"/>
            <a:ext cx="2157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 = o_t * tanh(C_t)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 Architecture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1A27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TS into overlapping windows [x_t,...,x_{t+W}].   </a:t>
            </a: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LSTM → context z.   </a:t>
            </a: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LSTM reconstructs x_hat from z (repeated W times).   </a:t>
            </a: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 MSE over window, mapped back to timestep level.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" y="2651760"/>
            <a:ext cx="41148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7432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Practice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· Multivariate TS · System design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AE — Reconstruction Error on Real-World 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Anomaly Threshold tau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502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29768" y="886968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of training scores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298448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tau = 99th percentile of reconstruction errors on training (normal) data. Simple, no labels needed. Works well if contamination is low.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8503920" cy="502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9768" y="1911096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(chi-squared)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322576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Gaussian residuals: score ~ chi^2(d). Set tau = chi^2_{0.99}(d). Principled but assumes normality of residuals.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8503920" cy="5029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29768" y="2935224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ROC-optimal (if labels available)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3346704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AUROC curve, select threshold that maximises F1 or achieves target precision/recall. Best accuracy, requires at least some labelled anomalies.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8503920" cy="9326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8503920" cy="502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29768" y="3959352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thresholding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4370832"/>
            <a:ext cx="8284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 mean/std of scores. Flag points &gt; mu + k*sigma using a sliding window. Adapts to slow drift in the data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AE, VAE, LSTM AE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85039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Anomaly Detection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74980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914400" cy="7498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 &amp; Preprocess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1600" y="95097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sensor/log data · Handle missing values · Normalise per channel (StandardScaler on training set)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8503920" cy="74980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914400" cy="7498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0040" y="1673352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Window &amp; Feature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W · Optionally: FFT features, rolling stats · Train/test split (no leakage!)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05456"/>
            <a:ext cx="8503920" cy="74980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914400" cy="7498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0040" y="2505456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Train on Normal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261518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AE / VAE / LSTM AE only on confirmed normal data · Monitor validation reconstruction loss · Early stopping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8503920" cy="74980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914400" cy="7498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0040" y="33375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Score &amp; Threshold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71600" y="344728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reconstruction error for all windows · Set threshold on training error distribution · Map window scores back to timesteps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8503920" cy="74980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914400" cy="749808"/>
          </a:xfrm>
          <a:prstGeom prst="rect">
            <a:avLst/>
          </a:prstGeom>
          <a:solidFill>
            <a:srgbClr val="4EEBD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0040" y="4169664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Root-Cause &amp; Alert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71600" y="427939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error identifies affected sensor · Deduplicate overlapping detections · Alert with severity rank and channel attribution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749808" cy="70408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7498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to bottleneck z, reconstruct x_hat. High ||x-x_hat||^2 = anomaly. Train on normal data only.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749808" cy="7040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0040" y="1801368"/>
            <a:ext cx="7498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9385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AE: z ~ N(mu_z, sigma_z^2). ELBO = reconstruction + KL. Structured latent space improves 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749808" cy="70408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0040" y="2596896"/>
            <a:ext cx="7498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3405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ELBO = maximise log-likelihood lower bound. beta controls reconstruction vs regularisation trade-off.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92424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749808" cy="70408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0040" y="3392424"/>
            <a:ext cx="7498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temporal dependencies via encoder/decoder LSTMs. Score = MSE over reconstructed window. Best for time series.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187952"/>
            <a:ext cx="8503920" cy="704088"/>
          </a:xfrm>
          <a:prstGeom prst="rect">
            <a:avLst/>
          </a:prstGeom>
          <a:solidFill>
            <a:srgbClr val="1A2740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749808" cy="704088"/>
          </a:xfrm>
          <a:prstGeom prst="rect">
            <a:avLst/>
          </a:prstGeom>
          <a:solidFill>
            <a:srgbClr val="4EEBD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20040" y="4187952"/>
            <a:ext cx="74980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3251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99th pct of training errors. Per-channel error enables root-cause analysis. Ensembles improve robustness.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1705</Words>
  <Application>Microsoft Macintosh PowerPoint</Application>
  <PresentationFormat>Presentazione su schermo (16:9)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Autoencoders, VAE &amp; LSTM AE for Anomaly Detection</dc:title>
  <dc:subject>PptxGenJS Presentation</dc:subject>
  <dc:creator>PptxGenJS</dc:creator>
  <cp:lastModifiedBy>Francesco  Vaccarino</cp:lastModifiedBy>
  <cp:revision>1</cp:revision>
  <dcterms:created xsi:type="dcterms:W3CDTF">2026-03-30T08:48:25Z</dcterms:created>
  <dcterms:modified xsi:type="dcterms:W3CDTF">2026-03-30T08:55:12Z</dcterms:modified>
</cp:coreProperties>
</file>